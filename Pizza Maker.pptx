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0" r:id="rId3"/>
    <p:sldId id="262" r:id="rId4"/>
    <p:sldId id="261" r:id="rId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-9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6A4FF2-B660-4FA2-A5E9-BC344077BF7E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8BE8F6-D3AD-455E-9256-B28E66C040A7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4DD37-CF0A-40F7-BBE8-11F3F103FF42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AA9A6-8EBC-4D03-A626-FFC777FF19C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4DD37-CF0A-40F7-BBE8-11F3F103FF42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AA9A6-8EBC-4D03-A626-FFC777FF19C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4DD37-CF0A-40F7-BBE8-11F3F103FF42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AA9A6-8EBC-4D03-A626-FFC777FF19C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4DD37-CF0A-40F7-BBE8-11F3F103FF42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AA9A6-8EBC-4D03-A626-FFC777FF19C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4DD37-CF0A-40F7-BBE8-11F3F103FF42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AA9A6-8EBC-4D03-A626-FFC777FF19C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4DD37-CF0A-40F7-BBE8-11F3F103FF42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AA9A6-8EBC-4D03-A626-FFC777FF19C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4DD37-CF0A-40F7-BBE8-11F3F103FF42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AA9A6-8EBC-4D03-A626-FFC777FF19C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4DD37-CF0A-40F7-BBE8-11F3F103FF42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AA9A6-8EBC-4D03-A626-FFC777FF19C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4DD37-CF0A-40F7-BBE8-11F3F103FF42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AA9A6-8EBC-4D03-A626-FFC777FF19C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4DD37-CF0A-40F7-BBE8-11F3F103FF42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AA9A6-8EBC-4D03-A626-FFC777FF19C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4DD37-CF0A-40F7-BBE8-11F3F103FF42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AA9A6-8EBC-4D03-A626-FFC777FF19C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F4DD37-CF0A-40F7-BBE8-11F3F103FF42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AA9A6-8EBC-4D03-A626-FFC777FF19CB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3568" y="476672"/>
            <a:ext cx="7772400" cy="1470025"/>
          </a:xfrm>
        </p:spPr>
        <p:txBody>
          <a:bodyPr/>
          <a:lstStyle/>
          <a:p>
            <a:r>
              <a:rPr lang="en-US" dirty="0" smtClean="0"/>
              <a:t>Pizza Maker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ru-RU" dirty="0" smtClean="0"/>
              <a:t>				</a:t>
            </a:r>
            <a:r>
              <a:rPr lang="ru-RU" dirty="0" smtClean="0">
                <a:solidFill>
                  <a:schemeClr val="tx1"/>
                </a:solidFill>
              </a:rPr>
              <a:t>Выполнил:  </a:t>
            </a:r>
          </a:p>
          <a:p>
            <a:pPr algn="r"/>
            <a:r>
              <a:rPr lang="ru-RU" dirty="0" smtClean="0">
                <a:solidFill>
                  <a:schemeClr val="tx1"/>
                </a:solidFill>
              </a:rPr>
              <a:t> 			Тунёв Константин</a:t>
            </a:r>
          </a:p>
          <a:p>
            <a:pPr algn="r"/>
            <a:r>
              <a:rPr lang="ru-RU" dirty="0" smtClean="0">
                <a:solidFill>
                  <a:schemeClr val="tx1"/>
                </a:solidFill>
              </a:rPr>
              <a:t>					ИИ-71</a:t>
            </a:r>
            <a:endParaRPr lang="ru-RU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3568" y="332656"/>
            <a:ext cx="7772400" cy="1470025"/>
          </a:xfrm>
        </p:spPr>
        <p:txBody>
          <a:bodyPr/>
          <a:lstStyle/>
          <a:p>
            <a:r>
              <a:rPr lang="ru-RU" dirty="0" smtClean="0"/>
              <a:t>Использовался ли в проекте </a:t>
            </a:r>
            <a:r>
              <a:rPr lang="en-US" dirty="0" err="1" smtClean="0"/>
              <a:t>C</a:t>
            </a:r>
            <a:r>
              <a:rPr lang="en-US" dirty="0" err="1" smtClean="0"/>
              <a:t>hatgpt</a:t>
            </a:r>
            <a:r>
              <a:rPr lang="ru-RU" dirty="0" smtClean="0"/>
              <a:t>?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564904"/>
            <a:ext cx="6944816" cy="3073896"/>
          </a:xfrm>
        </p:spPr>
        <p:txBody>
          <a:bodyPr>
            <a:normAutofit/>
          </a:bodyPr>
          <a:lstStyle/>
          <a:p>
            <a:pPr algn="l"/>
            <a:endParaRPr lang="ru-RU" sz="3600" dirty="0" smtClean="0"/>
          </a:p>
          <a:p>
            <a:pPr algn="l"/>
            <a:r>
              <a:rPr lang="ru-RU" sz="3600" dirty="0" smtClean="0"/>
              <a:t>Да, </a:t>
            </a:r>
            <a:r>
              <a:rPr lang="en-US" sz="3600" dirty="0" err="1" smtClean="0"/>
              <a:t>Chatgpt</a:t>
            </a:r>
            <a:r>
              <a:rPr lang="en-US" sz="3600" dirty="0" smtClean="0"/>
              <a:t> </a:t>
            </a:r>
            <a:r>
              <a:rPr lang="ru-RU" sz="3600" dirty="0" smtClean="0"/>
              <a:t>использовался на 10%</a:t>
            </a:r>
            <a:endParaRPr lang="ru-RU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Краткая структура работы кода: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ru-RU" dirty="0" smtClean="0"/>
              <a:t>1)</a:t>
            </a:r>
            <a:r>
              <a:rPr lang="ru-RU" dirty="0"/>
              <a:t> </a:t>
            </a:r>
            <a:r>
              <a:rPr lang="ru-RU" dirty="0" smtClean="0"/>
              <a:t>Пользователя просят ввести ФИО.</a:t>
            </a:r>
          </a:p>
          <a:p>
            <a:pPr>
              <a:buNone/>
            </a:pPr>
            <a:r>
              <a:rPr lang="ru-RU" dirty="0" smtClean="0"/>
              <a:t>2)</a:t>
            </a:r>
            <a:r>
              <a:rPr lang="ru-RU" dirty="0"/>
              <a:t> </a:t>
            </a:r>
            <a:r>
              <a:rPr lang="ru-RU" dirty="0" smtClean="0"/>
              <a:t>Пользователя просят ввести номер телефона.</a:t>
            </a:r>
          </a:p>
          <a:p>
            <a:pPr>
              <a:buNone/>
            </a:pPr>
            <a:r>
              <a:rPr lang="ru-RU" dirty="0" smtClean="0"/>
              <a:t>3) Пользователя просят ввести его возраст (если 17 и менее, то одно меню; если 18 и более, то другое меню).</a:t>
            </a:r>
          </a:p>
          <a:p>
            <a:pPr>
              <a:buNone/>
            </a:pPr>
            <a:r>
              <a:rPr lang="ru-RU" dirty="0" smtClean="0"/>
              <a:t>4)</a:t>
            </a:r>
            <a:r>
              <a:rPr lang="ru-RU" dirty="0"/>
              <a:t> </a:t>
            </a:r>
            <a:r>
              <a:rPr lang="ru-RU" dirty="0" smtClean="0"/>
              <a:t>Пользователя просят выбрать пиццу для заказа.</a:t>
            </a:r>
          </a:p>
          <a:p>
            <a:pPr>
              <a:buNone/>
            </a:pPr>
            <a:r>
              <a:rPr lang="ru-RU" dirty="0" smtClean="0"/>
              <a:t>5) Пользователя спрашивают будет ли он напиток (если да, то выводится меню напитков; если нет, то переходим к проверке заказа).</a:t>
            </a:r>
          </a:p>
          <a:p>
            <a:pPr>
              <a:buNone/>
            </a:pPr>
            <a:r>
              <a:rPr lang="ru-RU" dirty="0" smtClean="0"/>
              <a:t>6) Пользователя просят проверить заказ (если заказ верен, то переходим к выдаче чека; если не верен, то пользователь вносит исправления).</a:t>
            </a:r>
          </a:p>
          <a:p>
            <a:pPr>
              <a:buNone/>
            </a:pPr>
            <a:r>
              <a:rPr lang="ru-RU" dirty="0" smtClean="0"/>
              <a:t>7) Выдача чека.</a:t>
            </a:r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Что написал </a:t>
            </a:r>
            <a:r>
              <a:rPr lang="en-US" dirty="0" err="1"/>
              <a:t>C</a:t>
            </a:r>
            <a:r>
              <a:rPr lang="en-US" dirty="0" err="1" smtClean="0"/>
              <a:t>hatgpt</a:t>
            </a:r>
            <a:r>
              <a:rPr lang="ru-RU" dirty="0"/>
              <a:t>,</a:t>
            </a:r>
            <a:r>
              <a:rPr lang="en-US" dirty="0" smtClean="0"/>
              <a:t> </a:t>
            </a:r>
            <a:r>
              <a:rPr lang="ru-RU" dirty="0" smtClean="0"/>
              <a:t>а что 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 err="1" smtClean="0"/>
              <a:t>Chatgpt</a:t>
            </a:r>
            <a:r>
              <a:rPr lang="ru-RU" dirty="0" smtClean="0"/>
              <a:t>:</a:t>
            </a:r>
          </a:p>
          <a:p>
            <a:r>
              <a:rPr lang="ru-RU" dirty="0" smtClean="0"/>
              <a:t>Написал функцию на проверку номера телефона и объяснил её работу.</a:t>
            </a:r>
            <a:endParaRPr lang="ru-RU" dirty="0" smtClean="0"/>
          </a:p>
          <a:p>
            <a:r>
              <a:rPr lang="ru-RU" dirty="0" smtClean="0"/>
              <a:t>Помог с объяснением декоратора</a:t>
            </a:r>
            <a:r>
              <a:rPr lang="ru-RU" dirty="0"/>
              <a:t>.</a:t>
            </a:r>
            <a:endParaRPr lang="ru-RU" dirty="0" smtClean="0"/>
          </a:p>
          <a:p>
            <a:endParaRPr lang="ru-RU" dirty="0" smtClean="0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ru-RU" dirty="0" smtClean="0"/>
              <a:t>Я:</a:t>
            </a:r>
          </a:p>
          <a:p>
            <a:r>
              <a:rPr lang="ru-RU" dirty="0" smtClean="0"/>
              <a:t>Написал функцию проверки </a:t>
            </a:r>
            <a:r>
              <a:rPr lang="ru-RU" dirty="0" err="1" smtClean="0"/>
              <a:t>фио</a:t>
            </a:r>
            <a:r>
              <a:rPr lang="ru-RU" dirty="0" smtClean="0"/>
              <a:t>, на основе объяснения </a:t>
            </a:r>
            <a:r>
              <a:rPr lang="en-US" dirty="0" err="1"/>
              <a:t>C</a:t>
            </a:r>
            <a:r>
              <a:rPr lang="en-US" dirty="0" err="1" smtClean="0"/>
              <a:t>hatgpt</a:t>
            </a:r>
            <a:r>
              <a:rPr lang="ru-RU" dirty="0" smtClean="0"/>
              <a:t>.</a:t>
            </a:r>
          </a:p>
          <a:p>
            <a:r>
              <a:rPr lang="ru-RU" dirty="0" smtClean="0"/>
              <a:t>Написал все функции меню.</a:t>
            </a:r>
          </a:p>
          <a:p>
            <a:r>
              <a:rPr lang="ru-RU" dirty="0" smtClean="0"/>
              <a:t>Написал функцию отображения цены продуктов в чеке и их итоговую сумму.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181</Words>
  <Application>Microsoft Office PowerPoint</Application>
  <PresentationFormat>Экран (4:3)</PresentationFormat>
  <Paragraphs>23</Paragraphs>
  <Slides>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5" baseType="lpstr">
      <vt:lpstr>Тема Office</vt:lpstr>
      <vt:lpstr>Pizza Maker</vt:lpstr>
      <vt:lpstr>Использовался ли в проекте Chatgpt?</vt:lpstr>
      <vt:lpstr>Краткая структура работы кода:</vt:lpstr>
      <vt:lpstr>Что написал Chatgpt, а что я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Pizza Mayker</dc:title>
  <dc:creator>UPGRADE</dc:creator>
  <cp:lastModifiedBy>UPGRADE</cp:lastModifiedBy>
  <cp:revision>5</cp:revision>
  <dcterms:created xsi:type="dcterms:W3CDTF">2025-11-29T01:32:52Z</dcterms:created>
  <dcterms:modified xsi:type="dcterms:W3CDTF">2025-11-29T02:18:23Z</dcterms:modified>
</cp:coreProperties>
</file>